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Intellectual Property And Rights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OPENMC | Category: NUCLEAR</a:t>
            </a:r>
          </a:p>
          <a:p>
            <a:r>
              <a:rPr sz="1400"/>
              <a:t>Upstream: https://github.com/openmc-dev/openmc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intellectual property and rights for the Anticloud integration of OPENMC.</a:t>
            </a:r>
          </a:p>
          <a:p>
            <a:r>
              <a:rPr sz="1400"/>
              <a:t>Monte Carlo neutron/photon transport simulator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OPENMC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