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NUCLEAR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https://github.com/openmc-dev/openmc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